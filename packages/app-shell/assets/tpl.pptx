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{{TITLE}}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{{BODY}}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name="CWM73a7ce90a88511f19d76d7bc1d76d6bc" pid="2" fmtid="{D5CDD505-2E9C-101B-9397-08002B2CF9AE}">
    <vt:lpwstr>CWMKuCX5SV1UQL2tw46chOcCHkgHjME0rI0HRBJFFMyFH4dVBmnh2Bbwo/cOPn1ZUe6fzhHtDFD/4IjH68FerVl9w==</vt:lpwstr>
  </property>
</Properties>
</file>